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第3章 连接查询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数据库系统概论 · 知屿 KNOWVERSE 演示用原创课件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内连接 INNER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只保留满足连接条件的元组组合</a:t>
            </a:r>
          </a:p>
          <a:p>
            <a:r>
              <a:t>等值连接写法：FROM students s, enrollments e WHERE s.sid = e.sid</a:t>
            </a:r>
          </a:p>
          <a:p>
            <a:r>
              <a:t>没有匹配的元组不会出现在结果中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左外连接 LEFT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保留左表的全部元组</a:t>
            </a:r>
          </a:p>
          <a:p>
            <a:r>
              <a:t>右表没有匹配时，右表属性取 NULL</a:t>
            </a:r>
          </a:p>
          <a:p>
            <a:r>
              <a:t>适用场景：列出所有学生，包括没有选课的学生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 与 WHERE：条件放在哪里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ON：决定元组如何配对（连接条件）</a:t>
            </a:r>
          </a:p>
          <a:p>
            <a:r>
              <a:t>WHERE：连接完成后筛选整行</a:t>
            </a:r>
          </a:p>
          <a:p>
            <a:r>
              <a:t>LEFT JOIN 中把右表条件写进 WHERE，会过滤掉右表为 NULL 的行，结果退化为内连接</a:t>
            </a:r>
          </a:p>
          <a:p>
            <a:r>
              <a:t>希望保留左表全部元组：右表条件写进 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示例：统计本学期选课数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s.name, COUNT(e.cid) AS n</a:t>
            </a:r>
          </a:p>
          <a:p>
            <a:r>
              <a:t>FROM students s LEFT JOIN enrollments e</a:t>
            </a:r>
          </a:p>
          <a:p>
            <a:r>
              <a:t>  ON e.sid = s.sid AND e.term = '2026秋'</a:t>
            </a:r>
          </a:p>
          <a:p>
            <a:r>
              <a:t>GROUP BY s.sid, s.name;</a:t>
            </a:r>
          </a:p>
          <a:p>
            <a:r>
              <a:t>没有选课的学生 n = 0；用 COUNT(*) 会得到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分组聚合 GROUP BY 与 HAVING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 BY 按属性值分组，聚合函数对每组计算一个值</a:t>
            </a:r>
          </a:p>
          <a:p>
            <a:r>
              <a:t>WHERE 在分组前筛选元组，HAVING 在分组后筛选组</a:t>
            </a:r>
          </a:p>
          <a:p>
            <a:r>
              <a:t>HAVING 中可以使用聚合函数，例如 HAVING AVG(score) &gt; 75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小结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内连接：只要匹配的</a:t>
            </a:r>
          </a:p>
          <a:p>
            <a:r>
              <a:t>左外连接：左表一个都不能少</a:t>
            </a:r>
          </a:p>
          <a:p>
            <a:r>
              <a:t>右表条件放 ON，左表条件放 WHERE</a:t>
            </a:r>
          </a:p>
          <a:p>
            <a:r>
              <a:t>判断空值用 IS NULL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